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b7fa320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b7fa320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8b7fa32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8b7fa32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8b7fa320d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8b7fa320d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splitted the discount into bins of 10% and also considered units sold which are non-discount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Discount from 10%-20% is most successful. As the discount is getting higher the amount of total units sold is decreasing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b7fa320d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b7fa320d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same story for revenue. Higher discounts leads to less revenue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8b7fa320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8b7fa320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8b7fa32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8b7fa32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b7fa320d_1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8b7fa320d_1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b7fa320d_1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8b7fa320d_1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b7fa320d_1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8b7fa320d_1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b7fa320d_1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8b7fa320d_1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b7fa320d_7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8b7fa320d_7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b7fa320d_7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8b7fa320d_7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fa91b9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9fa91b9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287550" y="1739096"/>
            <a:ext cx="8568900" cy="166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rgbClr val="FF9900"/>
                </a:solidFill>
              </a:rPr>
              <a:t>Eniac’s Discount Strategy</a:t>
            </a:r>
            <a:endParaRPr b="1" sz="52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Our recommendation: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04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Eniac should continue discounting products, with more </a:t>
            </a:r>
            <a:r>
              <a:rPr lang="en"/>
              <a:t>disciplined</a:t>
            </a:r>
            <a:r>
              <a:rPr lang="en"/>
              <a:t> strategy than it runs today: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Cap discount at a max discount of 20%.     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Rebalance discount toward high-end products,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away from budget items.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➢"/>
            </a:pPr>
            <a:r>
              <a:rPr lang="en"/>
              <a:t>Plan campaigns around the </a:t>
            </a:r>
            <a:r>
              <a:rPr lang="en"/>
              <a:t>calendar.</a:t>
            </a:r>
            <a:endParaRPr/>
          </a:p>
        </p:txBody>
      </p:sp>
      <p:pic>
        <p:nvPicPr>
          <p:cNvPr descr="output/icon_cap.png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7240" y="1603743"/>
            <a:ext cx="868680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utput/icon_rebalance.png"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7240" y="2428323"/>
            <a:ext cx="868680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utput/icon_calendar.png" id="64" name="Google Shape;6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7240" y="3651807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Discounted vs Non-Discounted Products</a:t>
            </a:r>
            <a:endParaRPr b="1"/>
          </a:p>
        </p:txBody>
      </p:sp>
      <p:sp>
        <p:nvSpPr>
          <p:cNvPr id="71" name="Google Shape;71;p15"/>
          <p:cNvSpPr txBox="1"/>
          <p:nvPr/>
        </p:nvSpPr>
        <p:spPr>
          <a:xfrm>
            <a:off x="5691675" y="910779"/>
            <a:ext cx="3405600" cy="4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53,231 total sales records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49,404 discounted sales records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3,827 non-discounted sales records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4,906 unique products (SKUs)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92.8% of sales records are discounted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7.2% are non-discounted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700" y="944726"/>
            <a:ext cx="5100226" cy="3697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 title="discount_s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2125"/>
            <a:ext cx="9144003" cy="41181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Distribution of Discounts - Sales</a:t>
            </a:r>
            <a:endParaRPr b="1"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 title="discount_reven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2125"/>
            <a:ext cx="9144003" cy="41181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Distribution of Discounts - Revenue</a:t>
            </a:r>
            <a:endParaRPr b="1"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Discount is pointed at the wrong tier</a:t>
            </a:r>
            <a:endParaRPr b="1"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76714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6014875" y="1651950"/>
            <a:ext cx="3068700" cy="18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Budget items get highest discount, but bring in the least revenue.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High-end items barely get discounted, yet bring in more than half revenue.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Seasonality &amp; special dates</a:t>
            </a:r>
            <a:endParaRPr b="1"/>
          </a:p>
        </p:txBody>
      </p:sp>
      <p:sp>
        <p:nvSpPr>
          <p:cNvPr id="104" name="Google Shape;104;p19"/>
          <p:cNvSpPr txBox="1"/>
          <p:nvPr/>
        </p:nvSpPr>
        <p:spPr>
          <a:xfrm>
            <a:off x="5326025" y="1030109"/>
            <a:ext cx="3291000" cy="3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4"/>
                </a:solidFill>
              </a:rPr>
              <a:t>Nov, 2017</a:t>
            </a:r>
            <a:endParaRPr b="1" sz="2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Best month of the year on both counts at once: 6266 orders and €240 average order value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22 % discount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Not the year’s highest - Jan and Jul ran ~25%, yet sold far less.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Takeaway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</a:t>
            </a:r>
            <a:r>
              <a:rPr lang="en">
                <a:solidFill>
                  <a:schemeClr val="dk2"/>
                </a:solidFill>
              </a:rPr>
              <a:t>calendar</a:t>
            </a:r>
            <a:r>
              <a:rPr lang="en">
                <a:solidFill>
                  <a:schemeClr val="dk2"/>
                </a:solidFill>
              </a:rPr>
              <a:t> drives these swings, not only how high that month’s discount ran.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652" y="1098325"/>
            <a:ext cx="4206577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1874" r="0" t="2950"/>
          <a:stretch/>
        </p:blipFill>
        <p:spPr>
          <a:xfrm>
            <a:off x="1207505" y="1152475"/>
            <a:ext cx="6728985" cy="399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4136800" y="2706625"/>
            <a:ext cx="3690900" cy="23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Smartphones &amp; Accessories clearly lead in both order volume and revenue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Laptops and Storage are the next largest categories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The remaining categories have considerable lower overall sales volumes.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Order Volume and Revenue by Category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Top 2 Revenue per order, grouped by discount groups</a:t>
            </a:r>
            <a:endParaRPr b="1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9975"/>
            <a:ext cx="7982501" cy="420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40" y="1084900"/>
            <a:ext cx="8137700" cy="366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2E33"/>
                </a:solidFill>
              </a:rPr>
              <a:t>Improving Data Collection</a:t>
            </a:r>
            <a:endParaRPr b="1">
              <a:solidFill>
                <a:srgbClr val="0B2E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B2E33"/>
              </a:solidFill>
            </a:endParaRPr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Summary : cap depth, don’t chase it</a:t>
            </a:r>
            <a:endParaRPr b="1"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Based on the overview of discounts and performance of different product categories, a discount cap at 20% is </a:t>
            </a:r>
            <a:r>
              <a:rPr lang="en"/>
              <a:t>recommendable.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Budget items already receive the highest discount yet generate the least revenue; high-end items are barely discounted despite producing half of the revenue.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Demand varies by calender like Black Friday and holidays so plan campaigns around the calendar.</a:t>
            </a:r>
            <a:endParaRPr/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slides</a:t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Does a bigger discount sell more ?</a:t>
            </a:r>
            <a:endParaRPr b="1"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28" y="1170125"/>
            <a:ext cx="4726088" cy="36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/>
        </p:nvSpPr>
        <p:spPr>
          <a:xfrm>
            <a:off x="5326025" y="1170125"/>
            <a:ext cx="32910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Any discount nearly doubles average units sold per product, vs. no discount at all.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Going deeper barely changes anything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No correlation b/w discount depth and units sold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311700" y="4724725"/>
            <a:ext cx="570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One or two sales could just be luck. So we only trust a product's numbers once it's sold 5 or more times</a:t>
            </a:r>
            <a:endParaRPr i="1" sz="900">
              <a:solidFill>
                <a:schemeClr val="dk2"/>
              </a:solidFill>
            </a:endParaRPr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Distribution of Discounts - Sales</a:t>
            </a:r>
            <a:endParaRPr b="1"/>
          </a:p>
        </p:txBody>
      </p:sp>
      <p:pic>
        <p:nvPicPr>
          <p:cNvPr id="157" name="Google Shape;157;p26" title="histo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8825"/>
            <a:ext cx="9143999" cy="411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